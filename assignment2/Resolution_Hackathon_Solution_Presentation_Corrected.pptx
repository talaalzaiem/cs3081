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AD9E7"/>
                </a:solidFill>
                <a:latin typeface="Aptos"/>
              </a:defRPr>
            </a:pPr>
            <a:r>
              <a:t>CS3081  /  RESOLUTION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0F7FF"/>
                </a:solidFill>
                <a:latin typeface="Aptos"/>
              </a:defRPr>
            </a:pPr>
            <a:r>
              <a:t>THE MISSING EXAM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Seven clues. Three suspects: Sara, Omar and Lina.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5035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Goal: convert clues into CNF, apply resolution, and prove the verdict.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80875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Team: Noor Alkibsy  •  Tala Ahmed Alzaeem  •  Zainab Alameri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AD9E7"/>
                </a:solidFill>
                <a:latin typeface="Aptos"/>
              </a:defRPr>
            </a:pPr>
            <a:r>
              <a:t>CS3081  /  RESOLUTION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0F7FF"/>
                </a:solidFill>
                <a:latin typeface="Aptos"/>
              </a:defRPr>
            </a:pPr>
            <a:r>
              <a:t>01  |  CNF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Clue 1: D → (S ∨ O)  ⇒  ¬D ∨ S ∨ O  [Implication]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5035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Clue 3: (S ∨ F) → C  ⇒  ¬(S ∨ F) ∨ C  [Implication]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37896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⇒ (¬S ∧ ¬F) ∨ C  [De Morgan]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9565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⇒ (¬S ∨ C) ∧ (¬F ∨ C)  [Distribution]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AD9E7"/>
                </a:solidFill>
                <a:latin typeface="Aptos"/>
              </a:defRPr>
            </a:pPr>
            <a:r>
              <a:t>CS3081  /  RESOLUTION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0F7FF"/>
                </a:solidFill>
                <a:latin typeface="Aptos"/>
              </a:defRPr>
            </a:pPr>
            <a:r>
              <a:t>01  |  CNF CONVERSION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Clue 6: Y ↔ K  ⇒  (Y → K) ∧ (K → Y)  [Biconditional]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9973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⇒ (¬Y ∨ K) ∧ (¬K ∨ Y)  [Implication]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Clue 7: ¬(K ∧ A)  ⇒  ¬K ∨ ¬A  [De Morgan]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AD9E7"/>
                </a:solidFill>
                <a:latin typeface="Aptos"/>
              </a:defRPr>
            </a:pPr>
            <a:r>
              <a:t>CS3081  /  RESOLUTION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0F7FF"/>
                </a:solidFill>
                <a:latin typeface="Aptos"/>
              </a:defRPr>
            </a:pPr>
            <a:r>
              <a:t>01  |  FINAL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K1: ¬D ∨ S ∨ O       K2: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83842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K3: ¬S ∨ C             K4: ¬F ∨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97074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K5: ¬C                    K6: ¬L ∨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5245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K7: ¬Y ∨ K             K8: ¬K ∨ 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48477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K9: ¬K ∨ ¬A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88557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Nine clauses from the seven clues.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AD9E7"/>
                </a:solidFill>
                <a:latin typeface="Aptos"/>
              </a:defRPr>
            </a:pPr>
            <a:r>
              <a:t>CS3081  /  RESOLUTION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0F7FF"/>
                </a:solidFill>
                <a:latin typeface="Aptos"/>
              </a:defRPr>
            </a:pPr>
            <a:r>
              <a:t>02  |  RESOLUTION DOMINOES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E + L: M and ¬M  ⇒  □ (empty clause)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697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B + G: (¬T ∨ U), (T ∨ U)  ⇒  U [factoring]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55016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C + H: (¬Q ∨ R), (P ∨ Q)  ⇒  P ∨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76561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D + J: (X ∨ ¬Y ∨ Z), (Y ∨ W)  ⇒  X ∨ Z ∨ 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AD9E7"/>
                </a:solidFill>
                <a:latin typeface="Aptos"/>
              </a:defRPr>
            </a:pPr>
            <a:r>
              <a:t>CS3081  /  RESOLUTION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0F7FF"/>
                </a:solidFill>
                <a:latin typeface="Aptos"/>
              </a:defRPr>
            </a:pPr>
            <a:r>
              <a:t>02  |  DOMINOES +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F + K: (A ∨ B ∨ S), (¬A ∨ R ∨ S)  ⇒  B ∨ R ∨ S [factoring]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985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A + I: (G ∨ H), (¬G ∨ ¬H)  ⇒  H ∨ ¬H (on 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46209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Alternatively resolve on H  ⇒  G ∨ ¬G.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01005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TRAP: cannot eliminate G and H simultaneously in one resolution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AD9E7"/>
                </a:solidFill>
                <a:latin typeface="Aptos"/>
              </a:defRPr>
            </a:pPr>
            <a:r>
              <a:t>CS3081  /  RESOLUTION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0F7FF"/>
                </a:solidFill>
                <a:latin typeface="Aptos"/>
              </a:defRPr>
            </a:pPr>
            <a:r>
              <a:t>03A  |  PROVE OMAR TOOK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Goal: KB ⊨ O. Add ¬O to KB.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92155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R1: K1 + K2 (on D) ⇒ S ∨ 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47198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R2: R1 + ¬O (on O) ⇒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87278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R3: K3 + K5 (on C) ⇒ ¬S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27358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R4: R2 + R3 (on S) ⇒ 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67438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Verdict: KB entails O. Omar took the paper.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AD9E7"/>
                </a:solidFill>
                <a:latin typeface="Aptos"/>
              </a:defRPr>
            </a:pPr>
            <a:r>
              <a:t>CS3081  /  RESOLUTION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0F7FF"/>
                </a:solidFill>
                <a:latin typeface="Aptos"/>
              </a:defRPr>
            </a:pPr>
            <a:r>
              <a:t>03B  |  PROVE SARA IS INNOCENT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Goal: KB ⊨ ¬S. Add S to KB.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92155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R1: S + K3 (on S) ⇒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32235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R2: R1 + K5 (on C) ⇒ 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72315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Verdict: KB entails ¬S. Sara did not take the paper.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AD9E7"/>
                </a:solidFill>
                <a:latin typeface="Aptos"/>
              </a:defRPr>
            </a:pPr>
            <a:r>
              <a:t>CS3081  /  RESOLUTION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0F7FF"/>
                </a:solidFill>
                <a:latin typeface="Aptos"/>
              </a:defRPr>
            </a:pPr>
            <a:r>
              <a:t>03C  |  WHAT ABOUT LINA?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Attempt 1: add ¬L. No contradiction follows.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33472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Attempt 2: add L. K6 ⇒ Y; K7 ⇒ K; K9 ⇒ ¬A.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1518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No empty clause is produced in either attempt.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42816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Verdict: neither L nor ¬L is entailed. Lina cannot be accused or cleared from these clues.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AD9E7"/>
                </a:solidFill>
                <a:latin typeface="Aptos"/>
              </a:defRPr>
            </a:pPr>
            <a:r>
              <a:t>CS3081  /  RESOLUTION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0F7FF"/>
                </a:solidFill>
                <a:latin typeface="Aptos"/>
              </a:defRPr>
            </a:pPr>
            <a:r>
              <a:t>BONUS  |  DOOR WAS NOT FORCED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Goal: KB ⊨ ¬F. Add 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R1: F + K4 (on F) ⇒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R2: R1 + K5 (on C) ⇒ 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4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Therefore KB ⊨ ¬F. The door was not forced.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AD9E7"/>
                </a:solidFill>
                <a:latin typeface="Aptos"/>
              </a:defRPr>
            </a:pPr>
            <a:r>
              <a:t>CS3081  /  RESOLUTION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0F7FF"/>
                </a:solidFill>
                <a:latin typeface="Aptos"/>
              </a:defRPr>
            </a:pPr>
            <a:r>
              <a:t>04  |  FINAL ACCUSATION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OMAR: Guilty — proved by contradiction (□).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25159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SARA: Innocent — proved by contradiction (□).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LINA: Undetermined — neither accusation is provable.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09317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Resolution cancels one complementary literal pair per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3868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If the negated goal leads to □, the original goal follows from the KB.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AD9E7"/>
                </a:solidFill>
                <a:latin typeface="Aptos"/>
              </a:defRPr>
            </a:pPr>
            <a:r>
              <a:t>CS3081  /  RESOLUTION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0F7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Presented by: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Noor Alkibsy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Tala Ahmed Alzaeem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4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Zainab Alameri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7FF"/>
                </a:solidFill>
                <a:latin typeface="Aptos"/>
              </a:defRPr>
            </a:pPr>
            <a:r>
              <a:t>•  Effat University  •  CS3081  •  Dr. Naila Marir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